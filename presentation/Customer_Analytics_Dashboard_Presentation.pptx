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&amp; Marketing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analytics dashboard built with Power BI, SQL and Excel.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Analyzes 10,000+ customer records to understand demographics, purchasing behavior and campaign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Power BI</a:t>
            </a:r>
            <a:br/>
            <a:r>
              <a:t>• SQL</a:t>
            </a:r>
            <a:br/>
            <a:r>
              <a:t>• Microsoft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Customer segmentation</a:t>
            </a:r>
            <a:br/>
            <a:r>
              <a:t>• Sales and revenue trends</a:t>
            </a:r>
            <a:br/>
            <a:r>
              <a:t>• Campaign performance</a:t>
            </a:r>
            <a:br/>
            <a:r>
              <a:t>• Business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GitHub contains data, Power BI file, SQL queries, dashboard images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